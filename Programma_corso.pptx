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it-I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1" d="100"/>
          <a:sy n="101" d="100"/>
        </p:scale>
        <p:origin x="990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2099153C-7C6E-F113-01F3-D5862AA6168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ottotitolo 2">
            <a:extLst>
              <a:ext uri="{FF2B5EF4-FFF2-40B4-BE49-F238E27FC236}">
                <a16:creationId xmlns:a16="http://schemas.microsoft.com/office/drawing/2014/main" id="{3511BB52-5BE6-ED0A-E8C5-412879C2B1B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it-IT"/>
              <a:t>Fare clic per modificare lo stile del sottotitolo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E50ED0C8-E2D9-CDF1-5273-8340B5172EF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C0720722-20EF-13E5-A4F1-B497FAC8BE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B6A85F7-A921-D97A-EA0E-4C5008A248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7842908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olo e contenu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CF340DCD-F8AB-DBBE-9B58-B2F04A496C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0D85CBD7-1F12-01AF-E81E-B9F01E1E40B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3CE1BF3-F146-09D9-30D3-F36F49D98D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9DB5F621-9263-B102-1808-582834B342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B9AB3AFC-9D57-7EC7-FD6E-8CF391432F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1503799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Intestazione sezio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D39282B0-963B-1385-42CF-AD5BD0D47C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BA0ED86F-5674-1F24-378A-9DA1E8B3461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9E91153D-B0AF-8739-ECBC-8A4AADAA0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F3CC92C2-F888-F4C2-71CC-01898D40F7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AC81D7FF-6625-C976-7294-5D35308315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1108033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e contenut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1401793F-453E-9E16-F556-6ACD900EBDF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50AA39CC-4D26-C26F-B2B8-29A1FFAABEB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AA6434BF-8580-05BB-71A1-78549D0B348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2645B077-1AF7-7783-B8FA-6F68B65CBE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5751A4A0-D20A-650C-4EB5-63B9B722B4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91A3910F-2B65-6238-5734-59080C478A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8244323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nfron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09244823-179F-0208-C0D7-818FA8952FF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58904E86-2908-57F1-6551-B5E8ECDA5A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4" name="Segnaposto contenuto 3">
            <a:extLst>
              <a:ext uri="{FF2B5EF4-FFF2-40B4-BE49-F238E27FC236}">
                <a16:creationId xmlns:a16="http://schemas.microsoft.com/office/drawing/2014/main" id="{746C64C7-EAEC-1293-318D-9942706D75F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5" name="Segnaposto testo 4">
            <a:extLst>
              <a:ext uri="{FF2B5EF4-FFF2-40B4-BE49-F238E27FC236}">
                <a16:creationId xmlns:a16="http://schemas.microsoft.com/office/drawing/2014/main" id="{7F610895-3777-6E2B-12FB-197306CD718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6" name="Segnaposto contenuto 5">
            <a:extLst>
              <a:ext uri="{FF2B5EF4-FFF2-40B4-BE49-F238E27FC236}">
                <a16:creationId xmlns:a16="http://schemas.microsoft.com/office/drawing/2014/main" id="{A5685EEA-D8AF-6BF6-A353-2163D01BFB1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7" name="Segnaposto data 6">
            <a:extLst>
              <a:ext uri="{FF2B5EF4-FFF2-40B4-BE49-F238E27FC236}">
                <a16:creationId xmlns:a16="http://schemas.microsoft.com/office/drawing/2014/main" id="{666D6BB3-EAD7-D162-3ABC-1D07617B6C9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8" name="Segnaposto piè di pagina 7">
            <a:extLst>
              <a:ext uri="{FF2B5EF4-FFF2-40B4-BE49-F238E27FC236}">
                <a16:creationId xmlns:a16="http://schemas.microsoft.com/office/drawing/2014/main" id="{83AD12C4-55DA-14D1-360B-0C29BD33D1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9" name="Segnaposto numero diapositiva 8">
            <a:extLst>
              <a:ext uri="{FF2B5EF4-FFF2-40B4-BE49-F238E27FC236}">
                <a16:creationId xmlns:a16="http://schemas.microsoft.com/office/drawing/2014/main" id="{6E260B08-0A10-8C2A-9094-8EA71B23BB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22949806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tito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5786E930-065D-1B84-ADC5-5FDBA21595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data 2">
            <a:extLst>
              <a:ext uri="{FF2B5EF4-FFF2-40B4-BE49-F238E27FC236}">
                <a16:creationId xmlns:a16="http://schemas.microsoft.com/office/drawing/2014/main" id="{10299A4B-7E74-37EB-4848-D3DCCD6515E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4" name="Segnaposto piè di pagina 3">
            <a:extLst>
              <a:ext uri="{FF2B5EF4-FFF2-40B4-BE49-F238E27FC236}">
                <a16:creationId xmlns:a16="http://schemas.microsoft.com/office/drawing/2014/main" id="{D9CFE0EF-B9E0-8B48-87FB-0D5EAF3058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5" name="Segnaposto numero diapositiva 4">
            <a:extLst>
              <a:ext uri="{FF2B5EF4-FFF2-40B4-BE49-F238E27FC236}">
                <a16:creationId xmlns:a16="http://schemas.microsoft.com/office/drawing/2014/main" id="{418C6261-58F1-7B45-FC46-0BDBF860EA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673184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uot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data 1">
            <a:extLst>
              <a:ext uri="{FF2B5EF4-FFF2-40B4-BE49-F238E27FC236}">
                <a16:creationId xmlns:a16="http://schemas.microsoft.com/office/drawing/2014/main" id="{1147D8A3-B2DF-189D-5BC6-F18D686C3F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3" name="Segnaposto piè di pagina 2">
            <a:extLst>
              <a:ext uri="{FF2B5EF4-FFF2-40B4-BE49-F238E27FC236}">
                <a16:creationId xmlns:a16="http://schemas.microsoft.com/office/drawing/2014/main" id="{2C55BCA7-4501-AC92-E083-A3F6225111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4" name="Segnaposto numero diapositiva 3">
            <a:extLst>
              <a:ext uri="{FF2B5EF4-FFF2-40B4-BE49-F238E27FC236}">
                <a16:creationId xmlns:a16="http://schemas.microsoft.com/office/drawing/2014/main" id="{FCDA6342-F9A4-F7A1-6558-0F6835BFEF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98764832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to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45A7BC3D-26D0-3121-97F3-5483B61515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contenuto 2">
            <a:extLst>
              <a:ext uri="{FF2B5EF4-FFF2-40B4-BE49-F238E27FC236}">
                <a16:creationId xmlns:a16="http://schemas.microsoft.com/office/drawing/2014/main" id="{F222B467-861B-6F4D-8726-14D43185A79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378139E2-B829-5F8E-9BF8-CB60A58CBCE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08901EB-9578-58A9-C1DF-2E62006099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D9858283-CCA8-EA29-5808-A4A9F92144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8176D33D-62C9-A336-59D4-3315B2EB5E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256058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magine con didascali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F31F8A88-771A-B351-8AA5-88B15B7AB9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immagine 2">
            <a:extLst>
              <a:ext uri="{FF2B5EF4-FFF2-40B4-BE49-F238E27FC236}">
                <a16:creationId xmlns:a16="http://schemas.microsoft.com/office/drawing/2014/main" id="{863C0844-A0A5-1C23-13C3-C0C6AD159B5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it-IT"/>
          </a:p>
        </p:txBody>
      </p:sp>
      <p:sp>
        <p:nvSpPr>
          <p:cNvPr id="4" name="Segnaposto testo 3">
            <a:extLst>
              <a:ext uri="{FF2B5EF4-FFF2-40B4-BE49-F238E27FC236}">
                <a16:creationId xmlns:a16="http://schemas.microsoft.com/office/drawing/2014/main" id="{250FECF6-964B-6D8A-DC02-6293CFAAA4A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it-IT"/>
              <a:t>Fare clic per modificare gli stili del testo dello schema</a:t>
            </a:r>
          </a:p>
        </p:txBody>
      </p:sp>
      <p:sp>
        <p:nvSpPr>
          <p:cNvPr id="5" name="Segnaposto data 4">
            <a:extLst>
              <a:ext uri="{FF2B5EF4-FFF2-40B4-BE49-F238E27FC236}">
                <a16:creationId xmlns:a16="http://schemas.microsoft.com/office/drawing/2014/main" id="{0181EECA-D336-B29F-A7BD-C709697742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6" name="Segnaposto piè di pagina 5">
            <a:extLst>
              <a:ext uri="{FF2B5EF4-FFF2-40B4-BE49-F238E27FC236}">
                <a16:creationId xmlns:a16="http://schemas.microsoft.com/office/drawing/2014/main" id="{FBD8383C-F384-3B55-2DCB-FDB4A00C49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7" name="Segnaposto numero diapositiva 6">
            <a:extLst>
              <a:ext uri="{FF2B5EF4-FFF2-40B4-BE49-F238E27FC236}">
                <a16:creationId xmlns:a16="http://schemas.microsoft.com/office/drawing/2014/main" id="{4D93DE07-334D-FFC2-6BA1-28CCE84220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409181720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1">
            <a:extLst>
              <a:ext uri="{FF2B5EF4-FFF2-40B4-BE49-F238E27FC236}">
                <a16:creationId xmlns:a16="http://schemas.microsoft.com/office/drawing/2014/main" id="{86BF55EB-6977-EF58-5C22-166E793B13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7939D560-B3C8-14C0-5393-B0780CC696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1891D05A-8EA7-ED53-04EE-93264EDF77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A5425F81-61D7-74B4-D284-9D46C6EC9E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796A4BCF-523E-C52A-A819-D17895A239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7369665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1_Titolo e testo vertica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olo verticale 1">
            <a:extLst>
              <a:ext uri="{FF2B5EF4-FFF2-40B4-BE49-F238E27FC236}">
                <a16:creationId xmlns:a16="http://schemas.microsoft.com/office/drawing/2014/main" id="{B1A53725-B787-AC56-0913-A115FE9280AC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verticale 2">
            <a:extLst>
              <a:ext uri="{FF2B5EF4-FFF2-40B4-BE49-F238E27FC236}">
                <a16:creationId xmlns:a16="http://schemas.microsoft.com/office/drawing/2014/main" id="{2BBC54D7-D137-EF09-874C-C616D623001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50CF68DC-0749-7EBE-14AC-9D2DF0E7032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DBAF4641-D440-82F0-8E0C-618AD5EB14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973367D4-89C4-F017-EC53-497D299603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6641599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egnaposto titolo 1">
            <a:extLst>
              <a:ext uri="{FF2B5EF4-FFF2-40B4-BE49-F238E27FC236}">
                <a16:creationId xmlns:a16="http://schemas.microsoft.com/office/drawing/2014/main" id="{C076C9ED-D552-8AA2-A674-EDEB94B55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it-IT"/>
              <a:t>Fare clic per modificare lo stile del titolo dello schema</a:t>
            </a:r>
          </a:p>
        </p:txBody>
      </p:sp>
      <p:sp>
        <p:nvSpPr>
          <p:cNvPr id="3" name="Segnaposto testo 2">
            <a:extLst>
              <a:ext uri="{FF2B5EF4-FFF2-40B4-BE49-F238E27FC236}">
                <a16:creationId xmlns:a16="http://schemas.microsoft.com/office/drawing/2014/main" id="{811A6BEA-1ED3-7140-BBF6-1F606879FC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it-IT"/>
              <a:t>Fare clic per modificare gli stili del testo dello schema</a:t>
            </a:r>
          </a:p>
          <a:p>
            <a:pPr lvl="1"/>
            <a:r>
              <a:rPr lang="it-IT"/>
              <a:t>Secondo livello</a:t>
            </a:r>
          </a:p>
          <a:p>
            <a:pPr lvl="2"/>
            <a:r>
              <a:rPr lang="it-IT"/>
              <a:t>Terzo livello</a:t>
            </a:r>
          </a:p>
          <a:p>
            <a:pPr lvl="3"/>
            <a:r>
              <a:rPr lang="it-IT"/>
              <a:t>Quarto livello</a:t>
            </a:r>
          </a:p>
          <a:p>
            <a:pPr lvl="4"/>
            <a:r>
              <a:rPr lang="it-IT"/>
              <a:t>Quinto livello</a:t>
            </a:r>
          </a:p>
        </p:txBody>
      </p:sp>
      <p:sp>
        <p:nvSpPr>
          <p:cNvPr id="4" name="Segnaposto data 3">
            <a:extLst>
              <a:ext uri="{FF2B5EF4-FFF2-40B4-BE49-F238E27FC236}">
                <a16:creationId xmlns:a16="http://schemas.microsoft.com/office/drawing/2014/main" id="{67D4A892-6649-2988-ACFD-190CF7E18512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5E2CFC9-936A-4BB1-B9BB-A5FCB0543F3A}" type="datetimeFigureOut">
              <a:rPr lang="it-IT" smtClean="0"/>
              <a:t>25/06/2026</a:t>
            </a:fld>
            <a:endParaRPr lang="it-IT"/>
          </a:p>
        </p:txBody>
      </p:sp>
      <p:sp>
        <p:nvSpPr>
          <p:cNvPr id="5" name="Segnaposto piè di pagina 4">
            <a:extLst>
              <a:ext uri="{FF2B5EF4-FFF2-40B4-BE49-F238E27FC236}">
                <a16:creationId xmlns:a16="http://schemas.microsoft.com/office/drawing/2014/main" id="{416726B9-CC92-3737-234F-CCB77356705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it-IT"/>
          </a:p>
        </p:txBody>
      </p:sp>
      <p:sp>
        <p:nvSpPr>
          <p:cNvPr id="6" name="Segnaposto numero diapositiva 5">
            <a:extLst>
              <a:ext uri="{FF2B5EF4-FFF2-40B4-BE49-F238E27FC236}">
                <a16:creationId xmlns:a16="http://schemas.microsoft.com/office/drawing/2014/main" id="{FF996C98-96A1-7244-3E25-7AD166ACCB1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A4ACE9D-4889-430F-927C-BD8516ED840F}" type="slidenum">
              <a:rPr lang="it-IT" smtClean="0"/>
              <a:t>‹N›</a:t>
            </a:fld>
            <a:endParaRPr lang="it-IT"/>
          </a:p>
        </p:txBody>
      </p:sp>
    </p:spTree>
    <p:extLst>
      <p:ext uri="{BB962C8B-B14F-4D97-AF65-F5344CB8AC3E}">
        <p14:creationId xmlns:p14="http://schemas.microsoft.com/office/powerpoint/2010/main" val="357889492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it-I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Immagine 4">
            <a:extLst>
              <a:ext uri="{FF2B5EF4-FFF2-40B4-BE49-F238E27FC236}">
                <a16:creationId xmlns:a16="http://schemas.microsoft.com/office/drawing/2014/main" id="{31FCF782-8EF4-618C-50DC-66AEC89C887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9" y="0"/>
            <a:ext cx="12185522" cy="6858000"/>
          </a:xfrm>
          <a:prstGeom prst="rect">
            <a:avLst/>
          </a:prstGeom>
        </p:spPr>
      </p:pic>
      <p:sp>
        <p:nvSpPr>
          <p:cNvPr id="6" name="CasellaDiTesto 5">
            <a:extLst>
              <a:ext uri="{FF2B5EF4-FFF2-40B4-BE49-F238E27FC236}">
                <a16:creationId xmlns:a16="http://schemas.microsoft.com/office/drawing/2014/main" id="{C59A1AAF-780A-FD6F-03C1-0E8D54E4892F}"/>
              </a:ext>
            </a:extLst>
          </p:cNvPr>
          <p:cNvSpPr txBox="1"/>
          <p:nvPr/>
        </p:nvSpPr>
        <p:spPr>
          <a:xfrm>
            <a:off x="2962276" y="1562100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7" name="CasellaDiTesto 6">
            <a:extLst>
              <a:ext uri="{FF2B5EF4-FFF2-40B4-BE49-F238E27FC236}">
                <a16:creationId xmlns:a16="http://schemas.microsoft.com/office/drawing/2014/main" id="{BD9FA5CE-53B0-BD56-4311-25964DAE82F6}"/>
              </a:ext>
            </a:extLst>
          </p:cNvPr>
          <p:cNvSpPr txBox="1"/>
          <p:nvPr/>
        </p:nvSpPr>
        <p:spPr>
          <a:xfrm>
            <a:off x="2962276" y="3198167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8" name="CasellaDiTesto 7">
            <a:extLst>
              <a:ext uri="{FF2B5EF4-FFF2-40B4-BE49-F238E27FC236}">
                <a16:creationId xmlns:a16="http://schemas.microsoft.com/office/drawing/2014/main" id="{7320451B-6B8F-6D2D-2F5A-7DE7237B4393}"/>
              </a:ext>
            </a:extLst>
          </p:cNvPr>
          <p:cNvSpPr txBox="1"/>
          <p:nvPr/>
        </p:nvSpPr>
        <p:spPr>
          <a:xfrm>
            <a:off x="2962276" y="3659832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9" name="CasellaDiTesto 8">
            <a:extLst>
              <a:ext uri="{FF2B5EF4-FFF2-40B4-BE49-F238E27FC236}">
                <a16:creationId xmlns:a16="http://schemas.microsoft.com/office/drawing/2014/main" id="{B84DE045-0CA2-7928-22DE-EBD92D4B34BC}"/>
              </a:ext>
            </a:extLst>
          </p:cNvPr>
          <p:cNvSpPr txBox="1"/>
          <p:nvPr/>
        </p:nvSpPr>
        <p:spPr>
          <a:xfrm>
            <a:off x="6235639" y="1562099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0" name="CasellaDiTesto 9">
            <a:extLst>
              <a:ext uri="{FF2B5EF4-FFF2-40B4-BE49-F238E27FC236}">
                <a16:creationId xmlns:a16="http://schemas.microsoft.com/office/drawing/2014/main" id="{754C3D4D-DFB6-0692-79CA-51C82252EC17}"/>
              </a:ext>
            </a:extLst>
          </p:cNvPr>
          <p:cNvSpPr txBox="1"/>
          <p:nvPr/>
        </p:nvSpPr>
        <p:spPr>
          <a:xfrm>
            <a:off x="6235639" y="2559992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2" name="CasellaDiTesto 11">
            <a:extLst>
              <a:ext uri="{FF2B5EF4-FFF2-40B4-BE49-F238E27FC236}">
                <a16:creationId xmlns:a16="http://schemas.microsoft.com/office/drawing/2014/main" id="{04552E5E-AC8F-06A0-9C0B-47A054C8C07C}"/>
              </a:ext>
            </a:extLst>
          </p:cNvPr>
          <p:cNvSpPr txBox="1"/>
          <p:nvPr/>
        </p:nvSpPr>
        <p:spPr>
          <a:xfrm>
            <a:off x="8950264" y="2628899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3" name="CasellaDiTesto 12">
            <a:extLst>
              <a:ext uri="{FF2B5EF4-FFF2-40B4-BE49-F238E27FC236}">
                <a16:creationId xmlns:a16="http://schemas.microsoft.com/office/drawing/2014/main" id="{98F0BBB5-78E0-E031-BE11-52F211955ABE}"/>
              </a:ext>
            </a:extLst>
          </p:cNvPr>
          <p:cNvSpPr txBox="1"/>
          <p:nvPr/>
        </p:nvSpPr>
        <p:spPr>
          <a:xfrm>
            <a:off x="11766425" y="1562099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4" name="CasellaDiTesto 13">
            <a:extLst>
              <a:ext uri="{FF2B5EF4-FFF2-40B4-BE49-F238E27FC236}">
                <a16:creationId xmlns:a16="http://schemas.microsoft.com/office/drawing/2014/main" id="{03A92D53-B79B-A21E-2635-6794547ED60C}"/>
              </a:ext>
            </a:extLst>
          </p:cNvPr>
          <p:cNvSpPr txBox="1"/>
          <p:nvPr/>
        </p:nvSpPr>
        <p:spPr>
          <a:xfrm>
            <a:off x="11715564" y="3124198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5" name="CasellaDiTesto 14">
            <a:extLst>
              <a:ext uri="{FF2B5EF4-FFF2-40B4-BE49-F238E27FC236}">
                <a16:creationId xmlns:a16="http://schemas.microsoft.com/office/drawing/2014/main" id="{6CCE601F-5AB1-F83B-87D7-819299166FA5}"/>
              </a:ext>
            </a:extLst>
          </p:cNvPr>
          <p:cNvSpPr txBox="1"/>
          <p:nvPr/>
        </p:nvSpPr>
        <p:spPr>
          <a:xfrm>
            <a:off x="11836336" y="4305298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chemeClr val="accent6">
                    <a:lumMod val="50000"/>
                  </a:schemeClr>
                </a:solidFill>
                <a:sym typeface="Wingdings 2" panose="05020102010507070707" pitchFamily="18" charset="2"/>
              </a:rPr>
              <a:t></a:t>
            </a:r>
            <a:endParaRPr lang="it-IT" sz="2400" b="1" dirty="0">
              <a:solidFill>
                <a:schemeClr val="accent6">
                  <a:lumMod val="50000"/>
                </a:schemeClr>
              </a:solidFill>
            </a:endParaRPr>
          </a:p>
        </p:txBody>
      </p:sp>
      <p:sp>
        <p:nvSpPr>
          <p:cNvPr id="16" name="CasellaDiTesto 15">
            <a:extLst>
              <a:ext uri="{FF2B5EF4-FFF2-40B4-BE49-F238E27FC236}">
                <a16:creationId xmlns:a16="http://schemas.microsoft.com/office/drawing/2014/main" id="{3D6D1BB4-B188-36EC-49E7-06E05A99D3EF}"/>
              </a:ext>
            </a:extLst>
          </p:cNvPr>
          <p:cNvSpPr txBox="1"/>
          <p:nvPr/>
        </p:nvSpPr>
        <p:spPr>
          <a:xfrm>
            <a:off x="9048749" y="3536604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C00000"/>
                </a:solidFill>
                <a:sym typeface="Wingdings 2" panose="05020102010507070707" pitchFamily="18" charset="2"/>
              </a:rPr>
              <a:t></a:t>
            </a:r>
            <a:endParaRPr lang="it-IT" sz="2400" b="1" dirty="0">
              <a:solidFill>
                <a:srgbClr val="C00000"/>
              </a:solidFill>
            </a:endParaRPr>
          </a:p>
        </p:txBody>
      </p:sp>
      <p:sp>
        <p:nvSpPr>
          <p:cNvPr id="17" name="CasellaDiTesto 16">
            <a:extLst>
              <a:ext uri="{FF2B5EF4-FFF2-40B4-BE49-F238E27FC236}">
                <a16:creationId xmlns:a16="http://schemas.microsoft.com/office/drawing/2014/main" id="{4C2E9617-9325-A4D2-DECE-3EB312204384}"/>
              </a:ext>
            </a:extLst>
          </p:cNvPr>
          <p:cNvSpPr txBox="1"/>
          <p:nvPr/>
        </p:nvSpPr>
        <p:spPr>
          <a:xfrm>
            <a:off x="6232586" y="3586461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C00000"/>
                </a:solidFill>
                <a:sym typeface="Wingdings 2" panose="05020102010507070707" pitchFamily="18" charset="2"/>
              </a:rPr>
              <a:t></a:t>
            </a:r>
            <a:endParaRPr lang="it-IT" sz="2400" b="1" dirty="0">
              <a:solidFill>
                <a:srgbClr val="C00000"/>
              </a:solidFill>
            </a:endParaRPr>
          </a:p>
        </p:txBody>
      </p:sp>
      <p:sp>
        <p:nvSpPr>
          <p:cNvPr id="18" name="CasellaDiTesto 17">
            <a:extLst>
              <a:ext uri="{FF2B5EF4-FFF2-40B4-BE49-F238E27FC236}">
                <a16:creationId xmlns:a16="http://schemas.microsoft.com/office/drawing/2014/main" id="{73BB2588-01B7-79E3-A506-FF85CF4E0A5A}"/>
              </a:ext>
            </a:extLst>
          </p:cNvPr>
          <p:cNvSpPr txBox="1"/>
          <p:nvPr/>
        </p:nvSpPr>
        <p:spPr>
          <a:xfrm>
            <a:off x="1704974" y="2282993"/>
            <a:ext cx="3619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1200" b="1" dirty="0">
                <a:solidFill>
                  <a:srgbClr val="C00000"/>
                </a:solidFill>
                <a:sym typeface="Wingdings 2" panose="05020102010507070707" pitchFamily="18" charset="2"/>
              </a:rPr>
              <a:t></a:t>
            </a:r>
            <a:endParaRPr lang="it-IT" sz="1200" b="1" dirty="0">
              <a:solidFill>
                <a:srgbClr val="C00000"/>
              </a:solidFill>
            </a:endParaRPr>
          </a:p>
        </p:txBody>
      </p:sp>
      <p:sp>
        <p:nvSpPr>
          <p:cNvPr id="19" name="CasellaDiTesto 18">
            <a:extLst>
              <a:ext uri="{FF2B5EF4-FFF2-40B4-BE49-F238E27FC236}">
                <a16:creationId xmlns:a16="http://schemas.microsoft.com/office/drawing/2014/main" id="{3FC835B5-16A0-F7C6-897D-CD7139A306C7}"/>
              </a:ext>
            </a:extLst>
          </p:cNvPr>
          <p:cNvSpPr txBox="1"/>
          <p:nvPr/>
        </p:nvSpPr>
        <p:spPr>
          <a:xfrm>
            <a:off x="9020082" y="1431579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C00000"/>
                </a:solidFill>
                <a:sym typeface="Wingdings 2" panose="05020102010507070707" pitchFamily="18" charset="2"/>
              </a:rPr>
              <a:t></a:t>
            </a:r>
            <a:endParaRPr lang="it-IT" sz="2400" b="1" dirty="0">
              <a:solidFill>
                <a:srgbClr val="C00000"/>
              </a:solidFill>
            </a:endParaRPr>
          </a:p>
        </p:txBody>
      </p:sp>
      <p:sp>
        <p:nvSpPr>
          <p:cNvPr id="20" name="CasellaDiTesto 19">
            <a:extLst>
              <a:ext uri="{FF2B5EF4-FFF2-40B4-BE49-F238E27FC236}">
                <a16:creationId xmlns:a16="http://schemas.microsoft.com/office/drawing/2014/main" id="{42C7F1D6-24AA-CCDE-E9EF-B0C13E8B52D9}"/>
              </a:ext>
            </a:extLst>
          </p:cNvPr>
          <p:cNvSpPr txBox="1"/>
          <p:nvPr/>
        </p:nvSpPr>
        <p:spPr>
          <a:xfrm>
            <a:off x="361949" y="5670204"/>
            <a:ext cx="3619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it-IT" sz="2400" b="1" dirty="0">
                <a:solidFill>
                  <a:srgbClr val="C00000"/>
                </a:solidFill>
                <a:sym typeface="Wingdings 2" panose="05020102010507070707" pitchFamily="18" charset="2"/>
              </a:rPr>
              <a:t></a:t>
            </a:r>
            <a:endParaRPr lang="it-IT" sz="2400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5621665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i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14</Words>
  <Application>Microsoft Office PowerPoint</Application>
  <PresentationFormat>Widescreen</PresentationFormat>
  <Paragraphs>14</Paragraphs>
  <Slides>1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4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Wingdings 2</vt:lpstr>
      <vt:lpstr>Tema di Office</vt:lpstr>
      <vt:lpstr>Presentazione standard di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Antonio Piemontese</dc:creator>
  <cp:lastModifiedBy>Antonio Piemontese</cp:lastModifiedBy>
  <cp:revision>1</cp:revision>
  <dcterms:created xsi:type="dcterms:W3CDTF">2026-06-25T06:53:31Z</dcterms:created>
  <dcterms:modified xsi:type="dcterms:W3CDTF">2026-06-25T06:53:47Z</dcterms:modified>
</cp:coreProperties>
</file>